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Slab"/>
      <p:regular r:id="rId10"/>
      <p:bold r:id="rId11"/>
    </p:embeddedFon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90381547510365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90381547510365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903815475103653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90381547510365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90381547510365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90381547510365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 Capstone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Zackary Siddiqi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Update: PROJECT CHANGE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Moved to a</a:t>
            </a:r>
            <a:r>
              <a:rPr lang="en"/>
              <a:t> project with DBMS, MySQL and Java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i="1" lang="en" sz="1600" u="sng"/>
              <a:t>Why?</a:t>
            </a:r>
            <a:r>
              <a:rPr lang="en" sz="1600"/>
              <a:t> </a:t>
            </a:r>
            <a:r>
              <a:rPr lang="en" sz="1600"/>
              <a:t>Previous</a:t>
            </a:r>
            <a:r>
              <a:rPr lang="en" sz="1600"/>
              <a:t> project was a little too ambitious for me. Needed to learn everything from scratch. It </a:t>
            </a:r>
            <a:r>
              <a:rPr lang="en" sz="1600"/>
              <a:t>required</a:t>
            </a:r>
            <a:r>
              <a:rPr lang="en" sz="1600"/>
              <a:t> a lot of web development knowledge.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Whereas with this C.R.U.D. application, I’m working with tools and languages I have </a:t>
            </a:r>
            <a:r>
              <a:rPr lang="en" sz="1600"/>
              <a:t>experience</a:t>
            </a:r>
            <a:r>
              <a:rPr lang="en" sz="1600"/>
              <a:t> with from previous course.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 u="sng"/>
              <a:t>Another reason</a:t>
            </a:r>
            <a:r>
              <a:rPr lang="en" sz="1600"/>
              <a:t>: I am more passionate about building this project. It is something I want to actually use and be proud of. </a:t>
            </a:r>
            <a:endParaRPr sz="16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250" y="3789800"/>
            <a:ext cx="2456400" cy="104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9975" y="3255225"/>
            <a:ext cx="899550" cy="16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4325" y="3719400"/>
            <a:ext cx="2118100" cy="11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Project: Graduate Application Dashboard System (G.RA.D.S.)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287225" y="1505325"/>
            <a:ext cx="8788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it?: App that allows users to organize and track their </a:t>
            </a:r>
            <a:r>
              <a:rPr b="1" lang="en"/>
              <a:t>Graduate/Undergrad</a:t>
            </a:r>
            <a:r>
              <a:rPr lang="en"/>
              <a:t> applications on a interactive dashboard.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this case, it’s Graduate School Applications.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/>
              <a:t>Clean, user friendly UI</a:t>
            </a:r>
            <a:endParaRPr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 documents, displays application status (ie. incomplete , in-progress,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Filter dashboard based on the status, URL to program’s course website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u="sng"/>
              <a:t>Unique features:</a:t>
            </a:r>
            <a:r>
              <a:rPr lang="en"/>
              <a:t> stats corner - countdown feature for deadlines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and application periods, and summery view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9150" y="3184150"/>
            <a:ext cx="2143500" cy="191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750" y="4107950"/>
            <a:ext cx="5329049" cy="6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UI of GR.A.D.S.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375" y="1097676"/>
            <a:ext cx="7474402" cy="207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2975" y="3219401"/>
            <a:ext cx="7447201" cy="1663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3775" y="4479850"/>
            <a:ext cx="613800" cy="60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